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-534" y="-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154d270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154d270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f250cc5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f250cc5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154d270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154d270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4fc97c05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4fc97c05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4fc97c05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4fc97c05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154d270a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154d270a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taken from Reference [1]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f250cc5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f250cc5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154d270a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154d270a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.wav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3.wav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4.wav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5.wav"/><Relationship Id="rId1" Type="http://schemas.openxmlformats.org/officeDocument/2006/relationships/video" Target="file:///C:\Users\Dino\Downloads\AStar_Algorithm.wmv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0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Aerial Urban Taxi</a:t>
            </a:r>
            <a:endParaRPr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By 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Derek Larson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Jesse Morzel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Abedin Sherifi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86450"/>
            <a:ext cx="8520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Project Scope</a:t>
            </a:r>
            <a:endParaRPr b="1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350" y="1692875"/>
            <a:ext cx="3369949" cy="17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Implementation of simulation environment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Development of world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path planning to avoid static obstacles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Local path planning to avoid dynamic obstacles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Trajectory generation and consideration of non-holonomic constraints suitable for the AscTec Firefly hexrotor vehicle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Motion controller development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86450"/>
            <a:ext cx="8520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System Diagram</a:t>
            </a:r>
            <a:endParaRPr b="1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325" y="814400"/>
            <a:ext cx="7943951" cy="414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Abedin_System">
            <a:hlinkClick r:id="" action="ppaction://media"/>
          </p:cNvPr>
          <p:cNvPicPr>
            <a:picLocks noRot="1" noChangeAspect="1"/>
          </p:cNvPicPr>
          <p:nvPr>
            <a:wavAudioFile r:embed="rId1" name="Abedin_System"/>
          </p:nvPr>
        </p:nvPicPr>
        <p:blipFill>
          <a:blip r:embed="rId5"/>
          <a:stretch>
            <a:fillRect/>
          </a:stretch>
        </p:blipFill>
        <p:spPr>
          <a:xfrm>
            <a:off x="8614330" y="155731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6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Robot Operating System (ROS)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Gazebo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RViz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RotorS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Octomap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Octovis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MAVROS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Github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86450"/>
            <a:ext cx="8520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Simulation and Software Tools</a:t>
            </a:r>
            <a:endParaRPr b="1"/>
          </a:p>
        </p:txBody>
      </p:sp>
      <p:pic>
        <p:nvPicPr>
          <p:cNvPr id="5" name="Abedin_Sim">
            <a:hlinkClick r:id="" action="ppaction://media"/>
          </p:cNvPr>
          <p:cNvPicPr>
            <a:picLocks noRot="1" noChangeAspect="1"/>
          </p:cNvPicPr>
          <p:nvPr>
            <a:wavAudioFile r:embed="rId1" name="Abedin_Sim"/>
          </p:nvPr>
        </p:nvPicPr>
        <p:blipFill>
          <a:blip r:embed="rId4"/>
          <a:stretch>
            <a:fillRect/>
          </a:stretch>
        </p:blipFill>
        <p:spPr>
          <a:xfrm>
            <a:off x="8633513" y="149336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7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691550"/>
            <a:ext cx="8520600" cy="44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A* Algorithm Node Class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Initialization of Open and Closed Lists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Add Start Node to Open List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Perform While Loop Until Goal Reached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Retrieve current node from open list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If goal found, generate recursive path and provide it out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Check for all directions that a new node can be chosen from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Get new node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Verify new node position within range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Obstacle detection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G, h and f values of new node</a:t>
            </a:r>
            <a:endParaRPr sz="1100"/>
          </a:p>
          <a:p>
            <a:pPr marL="1828800" lvl="3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Compare g value of new node to current nodes</a:t>
            </a:r>
            <a:endParaRPr sz="1100"/>
          </a:p>
          <a:p>
            <a:pPr marL="1828800" lvl="3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Append new node</a:t>
            </a:r>
            <a:endParaRPr sz="1100"/>
          </a:p>
          <a:p>
            <a:pPr marL="1828800" lvl="3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Add new node to </a:t>
            </a:r>
            <a:r>
              <a:rPr lang="en" sz="1100" dirty="0" smtClean="0"/>
              <a:t>Closed List</a:t>
            </a:r>
            <a:endParaRPr sz="1100"/>
          </a:p>
          <a:p>
            <a:pPr marL="18288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/>
          </a:p>
          <a:p>
            <a:pPr marL="914400" lvl="1" indent="-298450" algn="l" rtl="0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Three kinds of heuristics utilized: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Straight line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2D diagonal</a:t>
            </a:r>
            <a:endParaRPr sz="1100"/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 dirty="0"/>
              <a:t>3D diagonal</a:t>
            </a:r>
            <a:endParaRPr sz="1100"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86450"/>
            <a:ext cx="8520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A* Algorithm Description</a:t>
            </a:r>
            <a:endParaRPr b="1"/>
          </a:p>
        </p:txBody>
      </p:sp>
      <p:pic>
        <p:nvPicPr>
          <p:cNvPr id="5" name="Abedin_Description">
            <a:hlinkClick r:id="" action="ppaction://media"/>
          </p:cNvPr>
          <p:cNvPicPr>
            <a:picLocks noRot="1" noChangeAspect="1"/>
          </p:cNvPicPr>
          <p:nvPr>
            <a:wavAudioFile r:embed="rId1" name="Abedin_Description"/>
          </p:nvPr>
        </p:nvPicPr>
        <p:blipFill>
          <a:blip r:embed="rId4"/>
          <a:stretch>
            <a:fillRect/>
          </a:stretch>
        </p:blipFill>
        <p:spPr>
          <a:xfrm>
            <a:off x="8627119" y="142942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9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86450"/>
            <a:ext cx="8520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A* Algorithm Results</a:t>
            </a:r>
            <a:endParaRPr b="1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925" y="691550"/>
            <a:ext cx="3616550" cy="29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100" y="3884776"/>
            <a:ext cx="69151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275" y="762675"/>
            <a:ext cx="4119925" cy="288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bedin_Result">
            <a:hlinkClick r:id="" action="ppaction://media"/>
          </p:cNvPr>
          <p:cNvPicPr>
            <a:picLocks noRot="1" noChangeAspect="1"/>
          </p:cNvPicPr>
          <p:nvPr>
            <a:wavAudioFile r:embed="rId1" name="Abedin_Result"/>
          </p:nvPr>
        </p:nvPicPr>
        <p:blipFill>
          <a:blip r:embed="rId7"/>
          <a:stretch>
            <a:fillRect/>
          </a:stretch>
        </p:blipFill>
        <p:spPr>
          <a:xfrm>
            <a:off x="8678275" y="117364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26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5;p18"/>
          <p:cNvSpPr txBox="1">
            <a:spLocks/>
          </p:cNvSpPr>
          <p:nvPr/>
        </p:nvSpPr>
        <p:spPr>
          <a:xfrm>
            <a:off x="311700" y="9722"/>
            <a:ext cx="8520600" cy="48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tabLst/>
              <a:defRPr/>
            </a:pPr>
            <a:r>
              <a:rPr kumimoji="0" lang="en-US" sz="5200" b="1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A* Algorithm Video</a:t>
            </a:r>
            <a:endParaRPr kumimoji="0" lang="en-US" sz="52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Star_Algorithm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70712" y="1077047"/>
            <a:ext cx="5904767" cy="3601059"/>
          </a:xfrm>
          <a:prstGeom prst="rect">
            <a:avLst/>
          </a:prstGeom>
        </p:spPr>
      </p:pic>
      <p:pic>
        <p:nvPicPr>
          <p:cNvPr id="7" name="Abedin_Video">
            <a:hlinkClick r:id="" action="ppaction://media"/>
          </p:cNvPr>
          <p:cNvPicPr>
            <a:picLocks noRot="1" noChangeAspect="1"/>
          </p:cNvPicPr>
          <p:nvPr>
            <a:wavAudioFile r:embed="rId2" name="Abedin_Video"/>
          </p:nvPr>
        </p:nvPicPr>
        <p:blipFill>
          <a:blip r:embed="rId5"/>
          <a:stretch>
            <a:fillRect/>
          </a:stretch>
        </p:blipFill>
        <p:spPr>
          <a:xfrm>
            <a:off x="8659091" y="123759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80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99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Task Breakdown</a:t>
            </a:r>
            <a:endParaRPr b="1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671950"/>
            <a:ext cx="8520600" cy="4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Path Planning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Simulation Setup (ALL)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Ubuntu, ROS, Gazebo, RotorS, rViz, Github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 Integration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World Model (Jesse)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dynamic obstacles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Localization and octomap (Abedin)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3D Map of the World Model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Contains occupancy information of each node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Path Planning algorithms will run on a fully created Octomap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Octomap files will be saved as OcTree or Bonsai Tree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Path Planning (ALL)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A*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Local Path Planning (Derek)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Dynamic obstacle avoidance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825" y="2087050"/>
            <a:ext cx="363095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99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Benchmarking Metrics</a:t>
            </a:r>
            <a:endParaRPr b="1"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Path Planner Evaluation: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Heuristic used for A* algorithm will be straight-line distance to goal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Global path planner will be evaluated for time to return a solution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A* execution time goal will be no longer than 3-5 minutes, or approximately the time required to unload and load a new set of passengers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Runtime Performance Evaluation: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to execute a single frame of a mission will be tracked and evaluated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Following tasks must be performed quickly enough as to not degrade overall mission performance: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Perception of simulated environment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Dynamic obstacle detection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Local path planning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Low-level motion control execution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References</a:t>
            </a:r>
            <a:r>
              <a:rPr lang="en"/>
              <a:t> 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V. Coleman, C. Shatney, S. Biaz, and R. Chapman, “UAV 3D Path Planning Simulation for Obstacle Avoidance.” September 23, 2019.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[2] B. Zhou, F. Gao, L. Wang, C.Liu, and S. Shed, “Robust and Efficient Quadrotor Trajectory Generation for Fast Autonomous Flight.” July 3, 2019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[3] F. Duchoe, A. Babinec, M. Kajan, P. Beeo, M. Florek, T. Fico, and L. Jurisica, “Path planning with modified A star algorithm for a mobile robot.” 2014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502</Words>
  <PresentationFormat>On-screen Show (16:9)</PresentationFormat>
  <Paragraphs>77</Paragraphs>
  <Slides>10</Slides>
  <Notes>9</Notes>
  <HiddenSlides>0</HiddenSlides>
  <MMClips>6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Simple Light</vt:lpstr>
      <vt:lpstr>Aerial Urban Taxi</vt:lpstr>
      <vt:lpstr>Project Scope</vt:lpstr>
      <vt:lpstr>System Diagram</vt:lpstr>
      <vt:lpstr>Simulation and Software Tools</vt:lpstr>
      <vt:lpstr>A* Algorithm Description</vt:lpstr>
      <vt:lpstr>A* Algorithm Results</vt:lpstr>
      <vt:lpstr>Slide 7</vt:lpstr>
      <vt:lpstr>Task Breakdown</vt:lpstr>
      <vt:lpstr>Benchmarking Metrics</vt:lpstr>
      <vt:lpstr>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Aerial Urban Taxi</dc:title>
  <cp:lastModifiedBy>User Name</cp:lastModifiedBy>
  <cp:revision>8</cp:revision>
  <dcterms:modified xsi:type="dcterms:W3CDTF">2020-04-25T05:30:42Z</dcterms:modified>
</cp:coreProperties>
</file>